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4864" cy="32004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5400" b="1">
                <a:solidFill>
                  <a:srgbClr val="CF0A2C"/>
                </a:solidFill>
                <a:latin typeface="Microsoft YaHei"/>
              </a:defRPr>
            </a:pPr>
            <a:r>
              <a:t>GENESIS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AI专属微游戏生成器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2000" b="0">
                <a:solidFill>
                  <a:srgbClr val="CCCCCC"/>
                </a:solidFill>
                <a:latin typeface="Microsoft YaHei"/>
              </a:defRPr>
            </a:pPr>
            <a:r>
              <a:t>—— 华为游戏中心 · 鸿蒙元服务方案 ——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4ECDC4"/>
                </a:solidFill>
                <a:latin typeface="Microsoft YaHei"/>
              </a:defRPr>
            </a:pPr>
            <a:r>
              <a:t>项目代号：Genesis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文档密级：内部公开    |    审核状态：待评审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版本：V1.0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目录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5156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1790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179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项目背景与核心理念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179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为什么做、做什么、核心原则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10515600" cy="43891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208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208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全场景触发矩阵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0208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50+触发场景全景设计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105156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237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5237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微游戏六大类型体系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5237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反应/思考/创造/感知/社交/疗愈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71800"/>
            <a:ext cx="10515600" cy="43891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0266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0266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五层深度个性化引擎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0266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让每个微游戏只属于你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105156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295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5295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生态扩展：社交·创作·商业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5295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超越微游戏本身的无限可能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977640"/>
            <a:ext cx="10515600" cy="43891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3250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403250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鸿蒙元服务落地方案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03250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元服务架构、卡片、分布式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480560"/>
            <a:ext cx="105156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3542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53542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技术架构设计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45354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从触发到可玩 &lt; 2秒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983480"/>
            <a:ext cx="10515600" cy="43891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383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0383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数据指标与验收标准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0" y="50383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核心KPI与A/B测试方案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486400"/>
            <a:ext cx="10515600" cy="438912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4126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55412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风险评估与应对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0" y="55412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关键风险与缓解策略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989320"/>
            <a:ext cx="10515600" cy="438912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604418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60441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实施路线图与审核决议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0" y="60441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分阶段交付计划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01  项目背景与核心理念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16459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碎片时间浪费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等待下载、排队、通勤</a:t>
            </a:r>
            <a:br/>
            <a:r>
              <a:t>大量碎片时间无价值产出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188720"/>
            <a:ext cx="2560320" cy="16459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325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游戏发现低效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用户在百万游戏中难以</a:t>
            </a:r>
            <a:br/>
            <a:r>
              <a:t>找到真正适合自己的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2560320" cy="16459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25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情感连接缺失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游戏中心=下载工具</a:t>
            </a:r>
            <a:br/>
            <a:r>
              <a:t>缺乏温度和情感共鸣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88720"/>
            <a:ext cx="2560320" cy="16459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1325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94560"/>
                </a:solidFill>
                <a:latin typeface="Microsoft YaHei"/>
              </a:defRPr>
            </a:pPr>
            <a:r>
              <a:t>差异化不足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17373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各应用商店同质化严重</a:t>
            </a:r>
            <a:br/>
            <a:r>
              <a:t>缺乏独占体验壁垒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200400"/>
            <a:ext cx="10515600" cy="1097280"/>
          </a:xfrm>
          <a:prstGeom prst="roundRect">
            <a:avLst/>
          </a:prstGeom>
          <a:solidFill>
            <a:srgbClr val="1A0A2E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291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0A2C"/>
                </a:solidFill>
                <a:latin typeface="Microsoft YaHei"/>
              </a:defRPr>
            </a:pPr>
            <a:r>
              <a:t>核心理念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74903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为每个用户在每个时刻，生成一段只属于他的、稍纵即逝的、不可复制的游戏体验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71600" y="4572000"/>
            <a:ext cx="301752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45920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◆ 唯一性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166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每个微游戏为当前用户</a:t>
            </a:r>
            <a:br/>
            <a:r>
              <a:t>当前时刻独家生成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46320" y="4572000"/>
            <a:ext cx="301752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0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◆ 瞬逝性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5166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微游戏有时效性</a:t>
            </a:r>
            <a:br/>
            <a:r>
              <a:t>过期即消失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4572000"/>
            <a:ext cx="301752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47091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Microsoft YaHei"/>
              </a:defRPr>
            </a:pPr>
            <a:r>
              <a:t>◆ 生长性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51663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系统从用户反馈中</a:t>
            </a:r>
            <a:br/>
            <a:r>
              <a:t>持续进化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全场景触发矩阵 — 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14884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F0A2C"/>
                </a:solidFill>
                <a:latin typeface="Microsoft YaHei"/>
              </a:defRPr>
            </a:pPr>
            <a:r>
              <a:t>时间触发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11个场景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清晨/通勤/午休/下班</a:t>
            </a:r>
            <a:br/>
            <a:r>
              <a:t>黄金时段/深夜/周末</a:t>
            </a:r>
            <a:br/>
            <a:r>
              <a:t>节日/纪念日/闹钟/跨年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88920" y="1188720"/>
            <a:ext cx="214884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280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行为触发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6916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11个场景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0312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下载等待/更新/卸载</a:t>
            </a:r>
            <a:br/>
            <a:r>
              <a:t>支付/截屏/签到</a:t>
            </a:r>
            <a:br/>
            <a:r>
              <a:t>新手/回归/搜索/断网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214884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280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94560"/>
                </a:solidFill>
                <a:latin typeface="Microsoft YaHei"/>
              </a:defRPr>
            </a:pPr>
            <a:r>
              <a:t>情绪触发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16916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8个场景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10312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连败沮丧/胜利亢奋</a:t>
            </a:r>
            <a:br/>
            <a:r>
              <a:t>无聊/焦虑/怀旧</a:t>
            </a:r>
            <a:br/>
            <a:r>
              <a:t>好奇/孤独/愤怒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59" y="1188720"/>
            <a:ext cx="214884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19" y="1280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环境触发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16916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8个场景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210312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天气/深夜/旅途</a:t>
            </a:r>
            <a:br/>
            <a:r>
              <a:t>四季/电梯/排队</a:t>
            </a:r>
            <a:br/>
            <a:r>
              <a:t>咖啡馆/位置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188720"/>
            <a:ext cx="214884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28016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社交触发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69164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8个场景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103120"/>
            <a:ext cx="18745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好友生日/情侣</a:t>
            </a:r>
            <a:br/>
            <a:r>
              <a:t>亲子/附近玩家</a:t>
            </a:r>
            <a:br/>
            <a:r>
              <a:t>陌生人/组队/道歉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389120"/>
            <a:ext cx="11247120" cy="548640"/>
          </a:xfrm>
          <a:prstGeom prst="roundRect">
            <a:avLst/>
          </a:prstGeom>
          <a:solidFill>
            <a:srgbClr val="1A0A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共计 46+ 触发场景  ·  覆盖用户全天候游戏生活  ·  每个场景对应独立微游戏生成逻辑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12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触发规则引擎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23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✓ 每小时最多触发2次，避免打扰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623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✓ 用户关闭3次同类型后自动降频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623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✓ 深夜(23:00-7:00)仅触发舒缓类型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562356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ECC71"/>
                </a:solidFill>
                <a:latin typeface="Microsoft YaHei"/>
              </a:defRPr>
            </a:pPr>
            <a:r>
              <a:t>✓ 游戏核心操作中永不打断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02  精选触发场景案例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5146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下载等待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触发条件：用户下载原神时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AI生成「元素反应实验」消除游戏</a:t>
            </a:r>
            <a:br/>
            <a:r>
              <a:t>元素来自原神世界观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价值：减少等待焦虑</a:t>
            </a:r>
            <a:br/>
            <a:r>
              <a:t>转化率提升40%+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88720"/>
            <a:ext cx="3611880" cy="25146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◆ 连败沮丧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600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触发条件：检测到连续3局失败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9202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AI生成「复仇练习场」</a:t>
            </a:r>
            <a:br/>
            <a:r>
              <a:t>必赢的简单挑战，重建信心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价值：信心恢复</a:t>
            </a:r>
            <a:br/>
            <a:r>
              <a:t>防止流失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611880" cy="25146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280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下雨天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6002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触发条件：天气API检测到下雨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202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AI生成「雨滴音乐家」</a:t>
            </a:r>
            <a:br/>
            <a:r>
              <a:t>接住雨滴，每滴是一个音符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9260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价值：浪漫体验</a:t>
            </a:r>
            <a:br/>
            <a:r>
              <a:t>品牌好感度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3611880" cy="25146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23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情侣互动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343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触发条件：双方同时在线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AI生成「双人心跳同步」</a:t>
            </a:r>
            <a:br/>
            <a:r>
              <a:t>按住屏幕，心跳同步则得分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69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价值：亲密感增强</a:t>
            </a:r>
            <a:br/>
            <a:r>
              <a:t>社交传播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931920"/>
            <a:ext cx="3611880" cy="25146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023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深夜独处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343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触发条件：时间+光线传感器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AI生成「星空收集者」</a:t>
            </a:r>
            <a:br/>
            <a:r>
              <a:t>收集星星，每颗是一句温暖的话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669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价值：陪伴感</a:t>
            </a:r>
            <a:br/>
            <a:r>
              <a:t>品牌温度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31920"/>
            <a:ext cx="3611880" cy="251460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0233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卸载安慰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4343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触发条件：用户卸载某款游戏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AI生成「旧时光信封」</a:t>
            </a:r>
            <a:br/>
            <a:r>
              <a:t>打开封存着游戏记忆的信封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6692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D700"/>
                </a:solidFill>
                <a:latin typeface="Microsoft YaHei"/>
              </a:defRPr>
            </a:pPr>
            <a:r>
              <a:t>价值：温暖告别</a:t>
            </a:r>
            <a:br/>
            <a:r>
              <a:t>品牌忠诚度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03  微游戏六大类型体系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94560"/>
                </a:solidFill>
                <a:latin typeface="Microsoft YaHei"/>
              </a:defRPr>
            </a:pPr>
            <a:r>
              <a:t>反应类  Reaction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考验手速和反应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子类型：</a:t>
            </a:r>
            <a:br/>
            <a:r>
              <a:t>节奏打击 / 弹幕闪避</a:t>
            </a:r>
            <a:br/>
            <a:r>
              <a:t>速度点击 / 轨迹追踪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88720"/>
            <a:ext cx="361188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  <a:latin typeface="Microsoft YaHei"/>
              </a:defRPr>
            </a:pPr>
            <a:r>
              <a:t>思考类  Puzzle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考验逻辑和策略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子类型：</a:t>
            </a:r>
            <a:br/>
            <a:r>
              <a:t>记忆翻牌 / 逻辑推理</a:t>
            </a:r>
            <a:br/>
            <a:r>
              <a:t>路径规划 / 模式识别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61188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6B35"/>
                </a:solidFill>
                <a:latin typeface="Microsoft YaHei"/>
              </a:defRPr>
            </a:pPr>
            <a:r>
              <a:t>创造类  Create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发挥创意和想象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9456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子类型：</a:t>
            </a:r>
            <a:br/>
            <a:r>
              <a:t>自由绘画 / 音乐创作</a:t>
            </a:r>
            <a:br/>
            <a:r>
              <a:t>角色设计 / 故事接龙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77640"/>
            <a:ext cx="361188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DC4"/>
                </a:solidFill>
                <a:latin typeface="Microsoft YaHei"/>
              </a:defRPr>
            </a:pPr>
            <a:r>
              <a:t>感知类  Senses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非传统感官体验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子类型：</a:t>
            </a:r>
            <a:br/>
            <a:r>
              <a:t>纯听觉 / 触觉游戏</a:t>
            </a:r>
            <a:br/>
            <a:r>
              <a:t>视觉错觉 / 冥想感知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977640"/>
            <a:ext cx="361188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9B59B6"/>
                </a:solidFill>
                <a:latin typeface="Microsoft YaHei"/>
              </a:defRPr>
            </a:pPr>
            <a:r>
              <a:t>社交类  Social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多人互动连接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子类型：</a:t>
            </a:r>
            <a:br/>
            <a:r>
              <a:t>协作挑战 / 对抗竞技</a:t>
            </a:r>
            <a:br/>
            <a:r>
              <a:t>表演欣赏 / 共创共建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977640"/>
            <a:ext cx="361188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ECC71"/>
                </a:solidFill>
                <a:latin typeface="Microsoft YaHei"/>
              </a:defRPr>
            </a:pPr>
            <a:r>
              <a:t>疗愈类  Healing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放松和心灵治愈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983480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子类型：</a:t>
            </a:r>
            <a:br/>
            <a:r>
              <a:t>呼吸引导 / 释压破坏</a:t>
            </a:r>
            <a:br/>
            <a:r>
              <a:t>治愈养成 / 感恩日记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04  五层深度个性化引擎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515600" cy="9144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74C3C"/>
                </a:solidFill>
                <a:latin typeface="Microsoft YaHei"/>
              </a:defRPr>
            </a:pPr>
            <a:r>
              <a:t>Layer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当前即时状态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情绪 / 姿势 / 电量</a:t>
            </a:r>
            <a:br/>
            <a:r>
              <a:t>网络 / 今天玩了几局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240280"/>
            <a:ext cx="9784080" cy="9144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331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Layer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近期行为轨迹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651760"/>
            <a:ext cx="7955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最近玩了什么 / 赢了还是输了</a:t>
            </a:r>
            <a:br/>
            <a:r>
              <a:t>下载/卸载 / 社交活跃度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291840"/>
            <a:ext cx="9052560" cy="9144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Layer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游戏品味画像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70332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偏好类型 / 操作风格</a:t>
            </a:r>
            <a:br/>
            <a:r>
              <a:t>审美偏好 / 难度偏好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343399"/>
            <a:ext cx="8321040" cy="9144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434839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Layer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4434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设备能力画像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754879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性能等级 / 屏幕尺寸</a:t>
            </a:r>
            <a:br/>
            <a:r>
              <a:t>马达能力 / 存储空间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5394960"/>
            <a:ext cx="7589520" cy="9144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68880" y="54864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Layer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5486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基础属性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806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年龄段 / 地区 / 账号时长</a:t>
            </a:r>
            <a:br/>
            <a:r>
              <a:t>华为生态用户 / 语言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Microsoft YaHei"/>
              </a:defRPr>
            </a:pPr>
            <a:r>
              <a:t>五层画像融合 → 每个微游戏的美术风格/难度/节奏/主题/时长全部个性化定制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05  生态扩展：社交·创作·商业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4688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日常体验版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AI自动生成个性化微游戏</a:t>
            </a:r>
            <a:br/>
            <a:r>
              <a:t>• 填补碎片时间</a:t>
            </a:r>
            <a:br/>
            <a:r>
              <a:t>• 情感陪伴与游戏发现</a:t>
            </a:r>
            <a:br/>
            <a:r>
              <a:t>• 越用越懂你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88720"/>
            <a:ext cx="3611880" cy="24688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Microsoft YaHei"/>
              </a:defRPr>
            </a:pPr>
            <a:r>
              <a:t>社交互动版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91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微游戏挑战信 → 好友对决</a:t>
            </a:r>
            <a:br/>
            <a:r>
              <a:t>• 微游戏情书 → 专属浪漫</a:t>
            </a:r>
            <a:br/>
            <a:r>
              <a:t>• 微游戏漂流瓶 → 陌生人连接</a:t>
            </a:r>
            <a:br/>
            <a:r>
              <a:t>• 微游戏接力赛 → 团队协作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611880" cy="24688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280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Microsoft YaHei"/>
              </a:defRPr>
            </a:pPr>
            <a:r>
              <a:t>用户创作者版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69164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用户用自然语言描述想法</a:t>
            </a:r>
            <a:br/>
            <a:r>
              <a:t>• AI自动生成微游戏初版</a:t>
            </a:r>
            <a:br/>
            <a:r>
              <a:t>• 编辑调整后发布到社区</a:t>
            </a:r>
            <a:br/>
            <a:r>
              <a:t>• 创作者获得积分奖励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557784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商业价值版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4348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游戏预装体验：微游戏→正式游戏兑换码，转化率↑40%</a:t>
            </a:r>
            <a:br/>
            <a:r>
              <a:t>• 广告新形态：品牌定制微游戏，用户自愿玩，三方共赢</a:t>
            </a:r>
            <a:br/>
            <a:r>
              <a:t>• 游戏活动引流：微游戏挑战→活动参与率↑</a:t>
            </a:r>
            <a:br/>
            <a:r>
              <a:t>• 会员增值：专属微游戏+积分兑换+独家类型</a:t>
            </a:r>
            <a:br/>
            <a:r>
              <a:t>• 数据价值：微游戏行为=最精准的用户画像数据源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440680" cy="25603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23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开发者开放版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游戏开发者上传素材包</a:t>
            </a:r>
            <a:br/>
            <a:r>
              <a:t>• AI用素材自动生成引流微游戏</a:t>
            </a:r>
            <a:br/>
            <a:r>
              <a:t>• 通关奖励=正式游戏礼包兑换码</a:t>
            </a:r>
            <a:br/>
            <a:r>
              <a:t>• 数据看板：试玩→下载转化分析</a:t>
            </a:r>
            <a:br/>
            <a:r>
              <a:t>• 三方共赢生态飞轮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 鸿蒙元服务落地方案 — 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1A0A2E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F0A2C"/>
                </a:solidFill>
                <a:latin typeface="Microsoft YaHei"/>
              </a:defRPr>
            </a:pPr>
            <a:r>
              <a:t>为什么 Genesis 适合做成鸿蒙元服务？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元服务 = 免安装 + 即用即走 + 卡片直达 + 分布式能力  ←  与Genesis的「瞬逝微游戏」理念天然契合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377440"/>
            <a:ext cx="2194560" cy="16459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◆ 免安装即用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880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微游戏无需安装</a:t>
            </a:r>
            <a:br/>
            <a:r>
              <a:t>打开即玩，玩完即走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2377440"/>
            <a:ext cx="2194560" cy="16459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Microsoft YaHei"/>
              </a:defRPr>
            </a:pPr>
            <a:r>
              <a:t>◆ 服务卡片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880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桌面卡片直接触发</a:t>
            </a:r>
            <a:br/>
            <a:r>
              <a:t>和体验微游戏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377440"/>
            <a:ext cx="2194560" cy="16459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◆ 分布式能力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880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手机/手表/平板/</a:t>
            </a:r>
            <a:br/>
            <a:r>
              <a:t>智慧屏无缝接力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377440"/>
            <a:ext cx="2194560" cy="16459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Microsoft YaHei"/>
              </a:defRPr>
            </a:pPr>
            <a:r>
              <a:t>◆ AI能力集成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880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端侧AI模型</a:t>
            </a:r>
            <a:br/>
            <a:r>
              <a:t>零延迟+保护隐私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2377440"/>
            <a:ext cx="2194560" cy="164592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21240" y="24688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◆ 账号体系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88036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华为账号一键登录</a:t>
            </a:r>
            <a:br/>
            <a:r>
              <a:t>全设备数据同步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Genesis 鸿蒙元服务架构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54880"/>
            <a:ext cx="3291840" cy="16459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用户触点层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12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服务卡片 · 负一屏 · 智能推荐</a:t>
            </a:r>
            <a:br/>
            <a:r>
              <a:t>通知消息 · 搜索 · 语音助手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754880"/>
            <a:ext cx="3291840" cy="16459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元服务框架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212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UIAbility · 卡片Widget</a:t>
            </a:r>
            <a:br/>
            <a:r>
              <a:t>分布式调度 · AI推理引擎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4754880"/>
            <a:ext cx="3291840" cy="16459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数据/能力层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52120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用户画像 · 模板库 · 素材CDN</a:t>
            </a:r>
            <a:br/>
            <a:r>
              <a:t>华为账号 · 端云协同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 鸿蒙服务卡片 — 微游戏直达桌面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9748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DC4"/>
                </a:solidFill>
                <a:latin typeface="Microsoft YaHei"/>
              </a:defRPr>
            </a:pPr>
            <a:r>
              <a:t>◆ 今日微游戏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2×2 卡片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直接在卡片上玩简单微游戏</a:t>
            </a:r>
            <a:br/>
            <a:r>
              <a:t>• 每日自动刷新</a:t>
            </a:r>
            <a:br/>
            <a:r>
              <a:t>• 实时分数显示</a:t>
            </a:r>
            <a:br/>
            <a:r>
              <a:t>• 一键挑战/分享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69748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◆ 我的微花园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2×4 卡片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024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通关微游戏获得花朵</a:t>
            </a:r>
            <a:br/>
            <a:r>
              <a:t>• 花朵在卡片上生长</a:t>
            </a:r>
            <a:br/>
            <a:r>
              <a:t>• 每日浇水互动</a:t>
            </a:r>
            <a:br/>
            <a:r>
              <a:t>• 成就花园可分享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69748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F0A2C"/>
                </a:solidFill>
                <a:latin typeface="Microsoft YaHei"/>
              </a:defRPr>
            </a:pPr>
            <a:r>
              <a:t>◆ 微游戏周赛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4×4 卡片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92024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本周排名和积分</a:t>
            </a:r>
            <a:br/>
            <a:r>
              <a:t>• 挑战入口</a:t>
            </a:r>
            <a:br/>
            <a:r>
              <a:t>• 倒计时</a:t>
            </a:r>
            <a:br/>
            <a:r>
              <a:t>• 好友动态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88720"/>
            <a:ext cx="2697480" cy="292608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Microsoft YaHei"/>
              </a:defRPr>
            </a:pPr>
            <a:r>
              <a:t>◆ 漂流瓶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2×2 卡片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920240"/>
            <a:ext cx="2423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捡到陌生人漂流瓶</a:t>
            </a:r>
            <a:br/>
            <a:r>
              <a:t>• 一键打开体验</a:t>
            </a:r>
            <a:br/>
            <a:r>
              <a:t>• 回复并继续漂流</a:t>
            </a:r>
            <a:br/>
            <a:r>
              <a:t>• 惊喜社交体验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389120"/>
            <a:ext cx="11247120" cy="2103120"/>
          </a:xfrm>
          <a:prstGeom prst="roundRect">
            <a:avLst/>
          </a:prstGeom>
          <a:solidFill>
            <a:srgbClr val="16213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服务卡片核心价值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▸ 零门槛触达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不用打开APP</a:t>
            </a:r>
            <a:br/>
            <a:r>
              <a:t>桌面直达微游戏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▸ 日活引擎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5257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每日刷新=每日打开理由</a:t>
            </a:r>
            <a:br/>
            <a:r>
              <a:t>DAU预期+15-20%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▸ 社交传播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257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卡片截图分享</a:t>
            </a:r>
            <a:br/>
            <a:r>
              <a:t>好友扫描即可挑战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48920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▸ 鸿蒙生态绑定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52578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深度绑定鸿蒙系统</a:t>
            </a:r>
            <a:br/>
            <a:r>
              <a:t>竞品无法复制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 鸿蒙分布式 — 全设备微游戏网络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194560" cy="22860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[watch] 华为手表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916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纯触控+振动小游戏</a:t>
            </a:r>
            <a:br/>
            <a:r>
              <a:t>「手表宠物」抬腕喂食</a:t>
            </a:r>
            <a:br/>
            <a:r>
              <a:t>成就同步到手机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188720"/>
            <a:ext cx="2194560" cy="22860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[phone] 华为手机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916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完整触屏微游戏体验</a:t>
            </a:r>
            <a:br/>
            <a:r>
              <a:t>陀螺仪增强玩法</a:t>
            </a:r>
            <a:br/>
            <a:r>
              <a:t>线性马达触觉反馈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188720"/>
            <a:ext cx="2194560" cy="22860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CC71"/>
                </a:solidFill>
                <a:latin typeface="Microsoft YaHei"/>
              </a:defRPr>
            </a:pPr>
            <a:r>
              <a:t>[tablet] 华为平板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16916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更大画面精美版</a:t>
            </a:r>
            <a:br/>
            <a:r>
              <a:t>双人同屏分屏</a:t>
            </a:r>
            <a:br/>
            <a:r>
              <a:t>画布更大的创造类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188720"/>
            <a:ext cx="2194560" cy="22860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59B6"/>
                </a:solidFill>
                <a:latin typeface="Microsoft YaHei"/>
              </a:defRPr>
            </a:pPr>
            <a:r>
              <a:t>[tv] 智慧屏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16916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大屏+手机当手柄</a:t>
            </a:r>
            <a:br/>
            <a:r>
              <a:t>家庭聚会微游戏</a:t>
            </a:r>
            <a:br/>
            <a:r>
              <a:t>体感手势识别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1188720"/>
            <a:ext cx="2194560" cy="22860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21240" y="12801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Microsoft YaHei"/>
              </a:defRPr>
            </a:pPr>
            <a:r>
              <a:t>[car] 智能汽车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691640"/>
            <a:ext cx="1920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停车状态可用</a:t>
            </a:r>
            <a:br/>
            <a:r>
              <a:t>等充电/等人碎片时间</a:t>
            </a:r>
            <a:br/>
            <a:r>
              <a:t>方向盘/中控屏操控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39"/>
            <a:ext cx="11247120" cy="1097280"/>
          </a:xfrm>
          <a:prstGeom prst="roundRect">
            <a:avLst/>
          </a:prstGeom>
          <a:solidFill>
            <a:srgbClr val="1A0A2E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8404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DC4"/>
                </a:solidFill>
                <a:latin typeface="Microsoft YaHei"/>
              </a:defRPr>
            </a:pPr>
            <a:r>
              <a:t>跨设备无缝接力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Microsoft YaHei"/>
              </a:defRPr>
            </a:pPr>
            <a:r>
              <a:t>手表上开始 → 地铁上切到手机 → 到家切到平板 → 晚上投到智慧屏    进度、积分、成就全设备实时同步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1206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鸿蒙智能场景联动示例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F0A2C"/>
                </a:solidFill>
                <a:latin typeface="Microsoft YaHei"/>
              </a:defRPr>
            </a:pPr>
            <a:r>
              <a:t>▸ 游戏晚间模式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486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晚8点+开始玩游戏 → 手机游戏主画面+平板助手+智慧灯氛围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97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▸ 通勤游戏模式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8978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工作日早8点+地铁 → 推荐单机游戏+手表转通知+省电优化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09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▸ 聚会游戏模式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309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周末+多台设备在附近 → 发现附近玩家+建议组队+分屏对战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06  鸿蒙元服务技术实现要点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37744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◆ UIAbility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主Ability处理完整微游戏界面</a:t>
            </a:r>
            <a:br/>
            <a:r>
              <a:t>• 卡片Ability处理服务卡片</a:t>
            </a:r>
            <a:br/>
            <a:r>
              <a:t>• 支持后台长连接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88720"/>
            <a:ext cx="3611880" cy="237744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◆ ArkTS渲染引擎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基于ArkUI的轻量游戏渲染</a:t>
            </a:r>
            <a:br/>
            <a:r>
              <a:t>• Canvas + WebGL支持</a:t>
            </a:r>
            <a:br/>
            <a:r>
              <a:t>• 60fps流畅运行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611880" cy="237744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2801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◆ 端侧AI推理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华为盘古Lite端侧模型</a:t>
            </a:r>
            <a:br/>
            <a:r>
              <a:t>• 场景识别&lt;50ms</a:t>
            </a:r>
            <a:br/>
            <a:r>
              <a:t>• 零隐私上传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3611880" cy="237744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◆ FormAbility卡片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3434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动态卡片内容刷新</a:t>
            </a:r>
            <a:br/>
            <a:r>
              <a:t>• 卡片上直接交互</a:t>
            </a:r>
            <a:br/>
            <a:r>
              <a:t>• 定时更新+事件触发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3840480"/>
            <a:ext cx="3611880" cy="237744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◆ 分布式数据同步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3434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DistributedDataKit</a:t>
            </a:r>
            <a:br/>
            <a:r>
              <a:t>• 游戏进度跨设备同步</a:t>
            </a:r>
            <a:br/>
            <a:r>
              <a:t>• 无缝接力体验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840480"/>
            <a:ext cx="3611880" cy="237744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80" y="39319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◆ 通知与提醒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80" y="4343400"/>
            <a:ext cx="3291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BackgroundTask</a:t>
            </a:r>
            <a:br/>
            <a:r>
              <a:t>• 智能推送微游戏</a:t>
            </a:r>
            <a:br/>
            <a:r>
              <a:t>• 尊重用户免打扰设置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07  技术架构设计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从触发到可玩 &lt; 2秒的完整流水线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554480"/>
            <a:ext cx="182880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27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F0A2C"/>
                </a:solidFill>
                <a:latin typeface="Microsoft YaHei"/>
              </a:defRPr>
            </a:pPr>
            <a:r>
              <a:t>T+0ms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触发信号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40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传感器/行为/时间</a:t>
            </a:r>
            <a:br/>
            <a:r>
              <a:t>信号到达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120" y="2331720"/>
            <a:ext cx="13716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240280" y="1554480"/>
            <a:ext cx="182880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1627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94560"/>
                </a:solidFill>
                <a:latin typeface="Microsoft YaHei"/>
              </a:defRPr>
            </a:pPr>
            <a:r>
              <a:t>T+50ms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场景识别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240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融合用户画像</a:t>
            </a:r>
            <a:br/>
            <a:r>
              <a:t>确定情感目标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9080" y="2331720"/>
            <a:ext cx="137160" cy="36576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06240" y="1554480"/>
            <a:ext cx="182880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627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35"/>
                </a:solidFill>
                <a:latin typeface="Microsoft YaHei"/>
              </a:defRPr>
            </a:pPr>
            <a:r>
              <a:t>T+200ms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模板选择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2240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50+模板匹配</a:t>
            </a:r>
            <a:br/>
            <a:r>
              <a:t>参数个性化生成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331720"/>
            <a:ext cx="13716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72199" y="1554480"/>
            <a:ext cx="182880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39" y="1627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  <a:latin typeface="Microsoft YaHei"/>
              </a:defRPr>
            </a:pPr>
            <a:r>
              <a:t>T+500ms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39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素材组装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39" y="2240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预生成缓存匹配</a:t>
            </a:r>
            <a:br/>
            <a:r>
              <a:t>轻量AIGC实时生成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999" y="2331720"/>
            <a:ext cx="13716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38160" y="1554480"/>
            <a:ext cx="182880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1627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CC71"/>
                </a:solidFill>
                <a:latin typeface="Microsoft YaHei"/>
              </a:defRPr>
            </a:pPr>
            <a:r>
              <a:t>T+1000ms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指令下发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2240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JSON游戏描述</a:t>
            </a:r>
            <a:br/>
            <a:r>
              <a:t>下发到客户端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2331720"/>
            <a:ext cx="13716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104120" y="1554480"/>
            <a:ext cx="1828800" cy="1828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95560" y="162763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DC4"/>
                </a:solidFill>
                <a:latin typeface="Microsoft YaHei"/>
              </a:defRPr>
            </a:pPr>
            <a:r>
              <a:t>T+2000ms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187451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可玩就绪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95560" y="224028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渲染完成</a:t>
            </a:r>
            <a:br/>
            <a:r>
              <a:t>展示给用户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关键技术组件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114800"/>
            <a:ext cx="3611880" cy="109728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187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微游戏运行时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480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ArkTS + Canvas/WebGL</a:t>
            </a:r>
            <a:br/>
            <a:r>
              <a:t>轻量级游戏引擎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4114800"/>
            <a:ext cx="3611880" cy="109728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187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场景识别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89120" y="4480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华为盘古Lite</a:t>
            </a:r>
            <a:br/>
            <a:r>
              <a:t>端侧低延迟推理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114800"/>
            <a:ext cx="3611880" cy="109728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83880" y="418795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模板引擎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480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规则引擎+ML</a:t>
            </a:r>
            <a:br/>
            <a:r>
              <a:t>模板选择+参数填充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394960"/>
            <a:ext cx="3611880" cy="109728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4360" y="5468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素材生成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预生成缓存+实时AIGC</a:t>
            </a:r>
            <a:br/>
            <a:r>
              <a:t>常用素材提前就绪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51960" y="5394960"/>
            <a:ext cx="3611880" cy="109728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5468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难度调节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强化学习模型</a:t>
            </a:r>
            <a:br/>
            <a:r>
              <a:t>实时自适应难度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0" y="5394960"/>
            <a:ext cx="3611880" cy="1097280"/>
          </a:xfrm>
          <a:prstGeom prst="roundRect">
            <a:avLst/>
          </a:prstGeom>
          <a:solidFill>
            <a:srgbClr val="0F3460"/>
          </a:solidFill>
          <a:ln w="63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546811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ECDC4"/>
                </a:solidFill>
                <a:latin typeface="Microsoft YaHei"/>
              </a:defRPr>
            </a:pPr>
            <a:r>
              <a:t>反馈系统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57607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端侧埋点SDK</a:t>
            </a:r>
            <a:br/>
            <a:r>
              <a:t>行为数据持续优化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08  数据指标与验收标准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触发率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&gt;60%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触发后选择玩的比例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18872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61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完成率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&gt;75%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开始后完成的比例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18872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261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分享率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554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&gt;15%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完成后分享给他人的比例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18872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12618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F0A2C"/>
                </a:solidFill>
                <a:latin typeface="Microsoft YaHei"/>
              </a:defRPr>
            </a:pPr>
            <a:r>
              <a:t>→下载转化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15544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&gt;8%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10312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微游戏→下载关联游戏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29077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DAU提升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+5-10%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749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微游戏带来的日活增长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283464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0" y="29077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停留时长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+3-5分钟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3749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日均停留时长增量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83464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29077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30日留存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+3-5%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749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留存率改善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2834640"/>
            <a:ext cx="2697480" cy="141732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290779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DC4"/>
                </a:solidFill>
                <a:latin typeface="Microsoft YaHei"/>
              </a:defRPr>
            </a:pPr>
            <a:r>
              <a:t>NPS提升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32004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+10分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37490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净推荐值提升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4663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A/B测试方案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5074920"/>
            <a:ext cx="26974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测试1: 触发频率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每天2次 vs 每天4次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806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观测：触发率、疲劳度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7560" y="5074920"/>
            <a:ext cx="26974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2900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测试2: 展示方式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2900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全屏弹出 vs 底部浮窗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29000" y="5806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观测：触发率、打扰感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5074920"/>
            <a:ext cx="26974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测试3: 瞬逝机制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永久保留 vs 24h消失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5806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观测：珍惜感、分享率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80" y="5074920"/>
            <a:ext cx="2697480" cy="12801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89720" y="51206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测试4: 社交功能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394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icrosoft YaHei"/>
              </a:defRPr>
            </a:pPr>
            <a:r>
              <a:t>仅单人 vs 开启分享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580644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观测：分享率、传播系数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09  风险评估与应对策略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611880" cy="24688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94560"/>
                </a:solidFill>
                <a:latin typeface="Microsoft YaHei"/>
              </a:defRPr>
            </a:pPr>
            <a:r>
              <a:t>▸ 打扰用户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E94560"/>
                </a:solidFill>
                <a:latin typeface="Microsoft YaHei"/>
              </a:defRPr>
            </a:pPr>
            <a:r>
              <a:t>[HIGH]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风险：用户觉得频繁弹出微游戏很烦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应对：</a:t>
            </a:r>
            <a:br/>
            <a:r>
              <a:t>严格频率控制(每小时≤2次)</a:t>
            </a:r>
            <a:br/>
            <a:r>
              <a:t>疲劳检测+一键关闭+免打扰时段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188720"/>
            <a:ext cx="3611880" cy="24688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▸ 生成质量不稳定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6B35"/>
                </a:solidFill>
                <a:latin typeface="Microsoft YaHei"/>
              </a:defRPr>
            </a:pPr>
            <a:r>
              <a:t>[MID]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00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风险：AI生成微游戏质量参差不齐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286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应对：</a:t>
            </a:r>
            <a:br/>
            <a:r>
              <a:t>人工审核模板+AI质量评分</a:t>
            </a:r>
            <a:br/>
            <a:r>
              <a:t>用户反馈学习+灰度发布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188720"/>
            <a:ext cx="3611880" cy="24688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261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▸ 性能影响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12618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FFD700"/>
                </a:solidFill>
                <a:latin typeface="Microsoft YaHei"/>
              </a:defRPr>
            </a:pPr>
            <a:r>
              <a:t>[MID]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6002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风险：微游戏引擎占用系统资源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286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应对：</a:t>
            </a:r>
            <a:br/>
            <a:r>
              <a:t>轻量渲染引擎+帧率限制</a:t>
            </a:r>
            <a:br/>
            <a:r>
              <a:t>内存预算&lt;50MB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3611880" cy="24688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▸ 内容安全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005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9B59B6"/>
                </a:solidFill>
                <a:latin typeface="Microsoft YaHei"/>
              </a:defRPr>
            </a:pPr>
            <a:r>
              <a:t>[MID]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风险：用户创作内容可能违规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0292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应对：</a:t>
            </a:r>
            <a:br/>
            <a:r>
              <a:t>AI审核+举报机制+人工抽检</a:t>
            </a:r>
            <a:br/>
            <a:r>
              <a:t>创作者信用体系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51960" y="3931920"/>
            <a:ext cx="3611880" cy="24688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▸ 用户上瘾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05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4ECDC4"/>
                </a:solidFill>
                <a:latin typeface="Microsoft YaHei"/>
              </a:defRPr>
            </a:pPr>
            <a:r>
              <a:t>[MID]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风险：微游戏本身导致沉迷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0292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应对：</a:t>
            </a:r>
            <a:br/>
            <a:r>
              <a:t>时长限制+防沉迷+提醒</a:t>
            </a:r>
            <a:br/>
            <a:r>
              <a:t>未成年人保护机制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3931920"/>
            <a:ext cx="3611880" cy="2468880"/>
          </a:xfrm>
          <a:prstGeom prst="roundRect">
            <a:avLst/>
          </a:prstGeom>
          <a:solidFill>
            <a:srgbClr val="0F346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80" y="4005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▸ 技术可行性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40050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2ECC71"/>
                </a:solidFill>
                <a:latin typeface="Microsoft YaHei"/>
              </a:defRPr>
            </a:pPr>
            <a:r>
              <a:t>[LOW]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43434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风险：核心技术栈成熟度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50292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应对：</a:t>
            </a:r>
            <a:br/>
            <a:r>
              <a:t>模板引擎+AI参数生成</a:t>
            </a:r>
            <a:br/>
            <a:r>
              <a:t>均已技术验证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10  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97480" cy="4114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F0A2C"/>
                </a:solidFill>
                <a:latin typeface="Microsoft YaHei"/>
              </a:defRPr>
            </a:pPr>
            <a:r>
              <a:t>Phase 0: 技术验证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周期：4周  |  10人团队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2423160" cy="274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2423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微游戏运行时原型</a:t>
            </a:r>
            <a:br/>
            <a:r>
              <a:t>• 5个基础模板</a:t>
            </a:r>
            <a:br/>
            <a:r>
              <a:t>• 端侧触发引擎Demo</a:t>
            </a:r>
            <a:br/>
            <a:r>
              <a:t>• 内部体验验证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88720"/>
            <a:ext cx="2697480" cy="4114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  <a:latin typeface="Microsoft YaHei"/>
              </a:defRPr>
            </a:pPr>
            <a:r>
              <a:t>Phase 1: MVP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周期：8周  |  15人团队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1874519"/>
            <a:ext cx="2423160" cy="274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011680"/>
            <a:ext cx="2423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15个微游戏模板</a:t>
            </a:r>
            <a:br/>
            <a:r>
              <a:t>• 10个核心触发场景</a:t>
            </a:r>
            <a:br/>
            <a:r>
              <a:t>• 基础个性化引擎</a:t>
            </a:r>
            <a:br/>
            <a:r>
              <a:t>• 5%用户灰度测试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188720"/>
            <a:ext cx="2697480" cy="4114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Microsoft YaHei"/>
              </a:defRPr>
            </a:pPr>
            <a:r>
              <a:t>Phase 2: 体验升级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周期：8周  |  20人团队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1874519"/>
            <a:ext cx="2423160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2423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30个模板+30个触发场景</a:t>
            </a:r>
            <a:br/>
            <a:r>
              <a:t>• 深度个性化引擎</a:t>
            </a:r>
            <a:br/>
            <a:r>
              <a:t>• 社交功能（挑战/分享）</a:t>
            </a:r>
            <a:br/>
            <a:r>
              <a:t>• 鸿蒙卡片集成+全量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188720"/>
            <a:ext cx="2697480" cy="411480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2801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CDC4"/>
                </a:solidFill>
                <a:latin typeface="Microsoft YaHei"/>
              </a:defRPr>
            </a:pPr>
            <a:r>
              <a:t>Phase 3: 生态建设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600200"/>
            <a:ext cx="2423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周期：12周  |  25人团队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1874519"/>
            <a:ext cx="2423160" cy="27432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2011680"/>
            <a:ext cx="2423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• 创作者工具+开发者接入</a:t>
            </a:r>
            <a:br/>
            <a:r>
              <a:t>• 商业化模块</a:t>
            </a:r>
            <a:br/>
            <a:r>
              <a:t>• 全设备支持</a:t>
            </a:r>
            <a:br/>
            <a:r>
              <a:t>• 50+模板+社区生态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总周期约 32 周（8个月）  |  Phase 0 通过后决定是否进入 Phase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11  审核决议建议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68680"/>
            <a:ext cx="1371600" cy="36576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194560" cy="23774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F0A2C"/>
                </a:solidFill>
                <a:latin typeface="Microsoft YaHei"/>
              </a:defRPr>
            </a:pPr>
            <a:r>
              <a:t>战略价值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差异化核心竞争力</a:t>
            </a:r>
            <a:br/>
            <a:r>
              <a:t>行业中无同类产品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188720"/>
            <a:ext cx="2194560" cy="23774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4ECD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892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DC4"/>
                </a:solidFill>
                <a:latin typeface="Microsoft YaHei"/>
              </a:defRPr>
            </a:pPr>
            <a:r>
              <a:t>用户价值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★★★★★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填补碎片时间</a:t>
            </a:r>
            <a:br/>
            <a:r>
              <a:t>情感陪伴+游戏发现新方式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188720"/>
            <a:ext cx="2194560" cy="23774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Microsoft YaHei"/>
              </a:defRPr>
            </a:pPr>
            <a:r>
              <a:t>商业价值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★★★★☆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6636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引流转化+广告新形态</a:t>
            </a:r>
            <a:br/>
            <a:r>
              <a:t>会员增值+数据价值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1188720"/>
            <a:ext cx="2194560" cy="23774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80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Microsoft YaHei"/>
              </a:defRPr>
            </a:pPr>
            <a:r>
              <a:t>技术可行性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★★★★☆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核心技术栈成熟</a:t>
            </a:r>
            <a:br/>
            <a:r>
              <a:t>挑战在模板丰富度和AI质量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4080" y="1188720"/>
            <a:ext cx="2194560" cy="23774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1280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开发成本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1600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Microsoft YaHei"/>
              </a:defRPr>
            </a:pPr>
            <a:r>
              <a:t>★★★☆☆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201168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Microsoft YaHei"/>
              </a:defRPr>
            </a:pPr>
            <a:r>
              <a:t>中等投入</a:t>
            </a:r>
            <a:br/>
            <a:r>
              <a:t>Phase0+1约12周/15人团队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931920"/>
            <a:ext cx="11247120" cy="2286000"/>
          </a:xfrm>
          <a:prstGeom prst="roundRect">
            <a:avLst/>
          </a:prstGeom>
          <a:solidFill>
            <a:srgbClr val="1A0A2E"/>
          </a:solidFill>
          <a:ln w="25400">
            <a:solidFill>
              <a:srgbClr val="CF0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CF0A2C"/>
                </a:solidFill>
                <a:latin typeface="Microsoft YaHei"/>
              </a:defRPr>
            </a:pPr>
            <a:r>
              <a:t>审核决议建议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805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建议通过 Phase 0 技术验证阶段立项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4周内完成微游戏运行时原型 + 5个基础模板 + 端侧触发引擎Demo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根据Demo效果和内部体验反馈，决定是否进入Phase 1 MVP阶段</a:t>
            </a:r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CCCCCC"/>
                </a:solidFill>
                <a:latin typeface="Microsoft YaHei"/>
              </a:defRPr>
            </a:pPr>
            <a:r>
              <a:t>• Phase 0 团队规模建议：10人（前端3 + 后端3 + AI2 + 产品1 + 测试1）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D700"/>
                </a:solidFill>
                <a:latin typeface="Microsoft YaHei"/>
              </a:defRPr>
            </a:pPr>
            <a:r>
              <a:t>• 关键验收标准：微游戏生成延迟&lt;3秒，基础模板可玩性评分&gt;3.5/5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286000"/>
            <a:ext cx="54864" cy="2286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defRPr sz="4800" b="1">
                <a:solidFill>
                  <a:srgbClr val="CF0A2C"/>
                </a:solidFill>
                <a:latin typeface="Microsoft YaHei"/>
              </a:defRPr>
            </a:pPr>
            <a:r>
              <a:t>GENESIS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AI专属微游戏生成器</a:t>
            </a:r>
          </a:p>
          <a:p>
            <a:pPr algn="l">
              <a:spcBef>
                <a:spcPts val="0"/>
              </a:spcBef>
              <a:spcAft>
                <a:spcPts val="800"/>
              </a:spcAft>
              <a:defRPr sz="1600" b="0">
                <a:solidFill>
                  <a:srgbClr val="CCCCCC"/>
                </a:solidFill>
                <a:latin typeface="Microsoft YaHei"/>
              </a:defRPr>
            </a:pPr>
            <a:r>
              <a:t>为每个用户在每个时刻，创造独一无二的惊喜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4ECDC4"/>
                </a:solidFill>
                <a:latin typeface="Microsoft YaHei"/>
              </a:defRPr>
            </a:pPr>
            <a:r>
              <a:t>华为游戏中心 · 鸿蒙元服务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200" b="0">
                <a:solidFill>
                  <a:srgbClr val="CCCCCC"/>
                </a:solidFill>
                <a:latin typeface="Microsoft YaHei"/>
              </a:defRPr>
            </a:pPr>
            <a:r>
              <a:t>内部审核文档 V1.0 · 待评审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CCCCCC"/>
                </a:solidFill>
                <a:latin typeface="Microsoft Ya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